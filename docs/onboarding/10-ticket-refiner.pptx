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ticket-refiner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ticket is ready for refinement before the team sees it — and get a READY / NEEDS WORK / SPIKE REQUIRED verdict with the reasons.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ticket ready for the team?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sessions stall on tickets that aren't ready — vague acceptance criteria, unclear scope, no sense of which repos are touched, or work too big to estimate. Catching that ahead of time saves the whole team a meeting, but it means holding each ticket up against a standard and checking the code, every time.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reads the ticket against the same conventions ticket-creator writes to, peeks at the affected repos, and gives a clear verdict — READY, NEEDS WORK or SPIKE REQUIRED — with the specific gaps and the questions to take into refinement. It's a second pair of eyes before the team spends theirs.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verdict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READY, NEEDS WORK or SPIKE REQUIRED — with the reasons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standard as creation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against the conventions ticket-creator writes 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ready to take 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gaps to close before the refinement session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EUDPA-X ready?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start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.claude/skills/ticket-refiner/SKILL.md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straight from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workareas/ticket-refinement/EUDPA-X/review.md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review and verdict 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EUDPA-1234 ready?" · "refinement check EUDPA-1234" · "pre-refinement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ticket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"is EUDPA-1234 ready?" — it fetches the ticket, its comments and any linked Confluence design notes.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code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affected repos to confirm the work is understood and the scope is real, not just on paper.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judges description clarity, acceptance criteria, technical clarity, and whether the team could actually estimate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review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fills in a review with the findings, suggested improvements and questions for refinement.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READY, NEEDS WORK or SPIKE REQUIRED — and spells out the next step for each.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review and a recorded verdict.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findings, suggested improvements and questions for refinement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/ NEEDS WORK / SPIKE REQUIRED, with the reason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step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READY: plan it · NEEDS WORK: what to fix · SPIKE: the unknowns to investigate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is about to go into refinement and you want to catch gaps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act on the verdict — tidy the ticket, book a spike, or take it to the team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ticket-creator (Session 9); a READY ticket goes to the ticket skill to be planned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ticket heading into your next refinement and say "is EUDPA-XXXX ready?". Read the verdict and the questions-for-refinement list — then take those questions into the session, or back to whoever wrote the ticket.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ticketing track — you can now create and refine tickets with Claude.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— ticket-refiner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