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skill-creator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a new workspace skill end to end (CREATE), or audit existing ones against the pattern checklist (AUDIT).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and audit skills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is only useful if it's easy to extend — but a correct skill has a lot of moving parts: SKILL.md frontmatter that doubles as the trigger spec, worker prose in references/, shared scripts in tools/, runtime state in workareas/, and allowlist entries in settings. Hand-rolling all that from memory is how skills drift apart.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 scaffolds a new skill end to end from a short interview, so every skill starts from the same shape — or audits the skills you already have against the team's pattern checklist and tells you where they've drifted. It's the meta-skill: it builds and maintains the others.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by construction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skill starts from the same correct shape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boilerplate from memory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frontmatter, workers, tool stubs and allowlist, generated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Health-checks the rest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mode flags where existing skills have drifted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 skill X · audit skill 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AUDIT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.claude/skills/skill-creator/SKILL.md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when-to-use table and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docs/agent-skills.md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conventions every skill follows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"scaffold skill &lt;name&gt;" (CREATE) · "audit skill &lt;name&gt;" / "audit skills" (AUDIT)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425446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254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trigger; the Step 0 dispatcher prints MODE: CREATE or AUDIT and branches accordingly.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2404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50901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090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05556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(CREATE)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305556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walks an 8-question interview — name, triggers, fan-out vs single-shot, JSON state — one question at a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59257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59257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389120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(CREATE)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4389120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SKILL.md, references/ workers, tools/&lt;name&gt;/ stubs and the allowlist entries, then lists the TODO markers for you to fill in.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99532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676138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67613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472684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(mode 2)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5472684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"audit skill &lt;name&gt;" instead fans out a worker per skill against the 8-pattern checklist and writes a plan doc you act 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writes a scaffold; AUDIT writes plans.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.claude/skills/&lt;name&gt;/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SKILL.md (with TODOs), references/, assets/ + tools/&lt;name&gt;/ stubs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workareas/skills-audit/&lt;name&gt;.md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plan per skill — pattern gaps and open questions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structure, not logic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scaffold is the shape; you fill in the TODO markers afterwards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adding a new repeatable workflow, or spring-cleaning the harness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answer the interview and fill the scaffold's TODOs — it's structure, not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meta-skill — it builds and maintains all the others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LID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874520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point — name + description (the trigger spec) frontmatter, plus the body that dispatches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85516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85516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31236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031236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prose spawned as subagents for fan-out — each self-contained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142232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87952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4187952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shared shell helpers the skill shells out 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98948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298948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4668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5344668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per-run, gitignored state held between steps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trade-imports-animals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no-write demo: "audit skill review", then open workareas/skills-audit/review.md to read the pattern gaps. Or "scaffold skill release-notes" and walk the interview to see the placeholders.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programme — you can now drive the harness.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 — skill-creator</dc:title>
  <dc:subject>PptxGenJS Presentation</dc:subject>
  <dc:creator>PptxGenJS</dc:creator>
  <cp:lastModifiedBy>PptxGenJS</cp:lastModifiedBy>
  <cp:revision>1</cp:revision>
  <dcterms:created xsi:type="dcterms:W3CDTF">2026-06-29T08:17:57Z</dcterms:created>
  <dcterms:modified xsi:type="dcterms:W3CDTF">2026-06-29T08:17:57Z</dcterms:modified>
</cp:coreProperties>
</file>