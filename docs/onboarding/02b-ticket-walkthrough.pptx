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 · DEEP DIVE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1691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 — companion walkthrough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60120" y="34290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run, end to end — EUDPA-213, Java hot-reload across four repos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38862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→ implement → refactor, told in the words of the actual transcript.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4572000"/>
            <a:ext cx="7680960" cy="13716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4572000"/>
            <a:ext cx="768096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4791456"/>
            <a:ext cx="768096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1124712" y="467715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325880" y="467715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527048" y="467715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457200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— workspace root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16152" y="49377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EUDPA-213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 EUDPA-213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 EUDPA-213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HANDED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ticket — EUDPA-213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27080" cy="2331720"/>
          </a:xfrm>
          <a:prstGeom prst="roundRect">
            <a:avLst>
              <a:gd name="adj" fmla="val 235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3677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52247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52247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52247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41732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workareas/ticket-planning/EUDPA-213/ticket.md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1783080"/>
            <a:ext cx="10469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EUDPA-213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(Task)  Hot-reload Java services in docker-compose-dev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editing a .java needs `make docker-restart-backend`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 ~20–30s tax after every change.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Want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Boot DevTools parity with frontend nodemon: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src → auto in-container restart in a few seconds.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+ stub + reference-data; keep prod image clean.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 (abbreviated)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10927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Java services hot-reload under make docker-compose-dev — no manual bounce.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spring-boot-devtools excluded from the production image.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docker/stack/AGENTS.md updated; no regression to make docker-compose-up.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 · ticket deep dive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SKILL, THREE PHASES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run is shaped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27080" cy="1158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115824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554480"/>
            <a:ext cx="27432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0" y="1554480"/>
            <a:ext cx="74066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ticket, maps the repos, writes a plan you argue with. No code.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895600"/>
            <a:ext cx="10927080" cy="1158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895600"/>
            <a:ext cx="82296" cy="115824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895600"/>
            <a:ext cx="27432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40480" y="2895600"/>
            <a:ext cx="74066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the baseline, branches per repo, builds the plan step by step.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36720"/>
            <a:ext cx="10927080" cy="1158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236720"/>
            <a:ext cx="82296" cy="115824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236720"/>
            <a:ext cx="27432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40480" y="4236720"/>
            <a:ext cx="74066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quality pass over the committed diff only — tidy, not new behaviour.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53212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is a fresh prompt; each hands the next a written artifact — the plan — so nothing is held only in chat.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 · ticket deep dive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19456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3C6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2560320" y="20574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OF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1460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560320" y="34290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the context, surface the decisions as text — before a line of code exists.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60320" y="42976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  </a:t>
            </a:r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EUDPA-213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· KICK-OFF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gathers the context for you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2708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3677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52247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52247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52247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41732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— PLAN phase (references/PLANNER.md)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1783080"/>
            <a:ext cx="10469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EUDPA-213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tools/ticket/prepare-plan.sh EUDPA-213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wrote ticket.md + .plan-meta.json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tools/ticket/prepare-plan.sh EUDPA-213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--repos backend,stub,reference-data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detected [springboot, spring-data-mongodb, openapi-springdoc,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aws-sdk-v2, rest-api]; baked best-practices/{repo}.md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⟳ dispatched 2 Explore agents in parallel: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· map docker/stack dev overlay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· map the 3 Java Dockerfiles + poms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80060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it plans anything, it pulls Jira, the affected repos, the per-stack best-practices, and reads the existing files in parallel.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 · ticket deep dive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· THE CATCH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noticed the ticket wouldn't actually 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ticket's literal scope — "add DevTools + mount src" — gives the fast-restart machinery but nothing ever triggers it. The skill caught this before any code was written: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27080" cy="2834640"/>
          </a:xfrm>
          <a:prstGeom prst="roundRect">
            <a:avLst>
              <a:gd name="adj" fmla="val 193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0312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32257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20827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220827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1207008" y="220827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210312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load-bearing finding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96112" y="2468880"/>
            <a:ext cx="10469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DevTools watches the COMPILED classpath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(target/classes),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 src/.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`mvn spring-boot:run` compiles ONCE at startup and never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recompiles. So you get the restart machinery — but nothing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ever changes target/classes, so nothing fires.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Fix needs a SEPARATE recompile step running in-container,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plus a trigger-file to collapse a batch into one restart.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512064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whole value of the plan phase: a wrong assumption surfaced as a sentence you can read, not a bug you debug three days later.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 · ticket deep dive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· YOU ARGUE WITH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is a conversation, not a verdict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27080" cy="4114800"/>
          </a:xfrm>
          <a:prstGeom prst="roundRect">
            <a:avLst>
              <a:gd name="adj" fmla="val 133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9105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47675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47675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47675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37160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plan.log — the back-and-forth (abridged)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1737360"/>
            <a:ext cx="10469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set livereload to false? Doesn't that do what we want?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an agent to look into nodemon-for-SpringBoot patterns.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 ≠ livereload. restart IS the nodemon equiv (stays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on); livereload only pings a browser — dead weight here.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"big" is this fizzed-watcher plugin? Stars? Downloads?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Can't help feeling we're missing a better option.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61★, single-maintainer; only a 2015 artifact on Maven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Central (the 2025 tag was never published); rank #4266.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verdict: niche, frozen.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Dropped it.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⇒ pivot: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DevTools + a ~10-line in-container mtime-poll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`mvn compile` loop. Zero third-party deps.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562356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challenges from you reshaped the approach — and each one is recorded with the evidence that settled it.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 · ticket deep dive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· THE SETTLED APPROACH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landed in plan.md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27080" cy="3246120"/>
          </a:xfrm>
          <a:prstGeom prst="roundRect">
            <a:avLst>
              <a:gd name="adj" fmla="val 169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9105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47675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47675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47675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37160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docker/dev-run.sh — the sketch the plan settled 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1737360"/>
            <a:ext cx="10469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watch loop: recompile when src changes, then DevTools restarts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true; do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 -n "$(find src -newer "$marker" ...)" ];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touch "$marker"   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stamp BEFORE compile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mvn -o -q compile process-classes \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&amp;&amp; touch target/classes/.reloadtrigger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sleep 2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 &amp;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mvn spring-boot:run -Dspring-boot.run.profiles=local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4800600"/>
            <a:ext cx="10927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mtime poll (find -newer), NOT inotify — events don't cross the macOS bind mount; mtimes do.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devtools &lt;optional&gt;true&lt;/optional&gt; → auto-excluded from the prod jar.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raised to Medium-High; fizzed-watcher kept in the doc as a rejected option, with the numbers.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 · ticket deep dive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· THE HANDOVER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front-loads the decisions a fresh agent would undo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implementing in the same chat, you can ask for a copy-paste handover prompt. The settled, hard-won decisions go at the top as non-negotiables: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27080" cy="3383280"/>
          </a:xfrm>
          <a:prstGeom prst="roundRect">
            <a:avLst>
              <a:gd name="adj" fmla="val 16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0312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32257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20827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220827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1207008" y="220827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210312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handover prompt — ## Non-negotiable decisions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96112" y="2468880"/>
            <a:ext cx="10469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DevTools restart + in-container mtime-poll `mvn compile` loop.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third-party watcher plugin.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fizzed-watcher was rejected.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mtime poll (find -newer),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inotify/entr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spring-boot-devtools &lt;optional&gt;true&lt;/optional&gt; in each pom.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spring-boot:run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-Dspring-boot.run.fork=false.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Canary on backend FIRST, verify, then fan out.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branch name across all four repos. One PR each.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557784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"These were front-loaded deliberately — a fresh agent is most likely to 'helpfully' undo exactly these."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 · ticket deep dive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19456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3C6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2560320" y="20574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OF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1460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560320" y="34290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plan, repo by repo, keeping the tests green and verifying every target live.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60320" y="42976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  </a:t>
            </a:r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 EUDPA-213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· KICK-OFF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first, then investigate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27080" cy="3383280"/>
          </a:xfrm>
          <a:prstGeom prst="roundRect">
            <a:avLst>
              <a:gd name="adj" fmla="val 16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3677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52247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52247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52247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41732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— IMPLEMENT phase (references/IMPLEMENTOR.md)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1783080"/>
            <a:ext cx="10469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 EUDPA-213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(+ the handover prompt)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tools/ticket/prepare-implement.sh EUDPA-213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plan present; detect-tech re-validated; .implement-meta.json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Investigated current state: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backend  Dockerfile has a dev-run stage — stale comment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stub / reference-data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dev-run stage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(ports 8087/8086)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dev.compose.yml — backend mounts src; the other two don't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verify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BUILD SUCCESS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(baseline green)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TaskList: canary → fan out → docs/no-regression → sonar+PRs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98348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re-reads reality rather than trusting the plan blindly — and proves the tests are green before it changes anything.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 · ticket deep dive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· CANARY FIRST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 on one service before fanning out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wired backend only (pom + application-local.yml + docker/dev-run.sh + Dockerfile), brought up the stack via the wrapper, edited a .java, and watched the logs: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27080" cy="3108960"/>
          </a:xfrm>
          <a:prstGeom prst="roundRect">
            <a:avLst>
              <a:gd name="adj" fmla="val 176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0312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32257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20827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220827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1207008" y="220827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210312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docker-compose-dev → backend logs (live canary)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96112" y="2468880"/>
            <a:ext cx="10469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edited ProxyConfig.java: added [EUDPA-213-CANARY] to a log line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Watcher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Restarting due to 115 class path changes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ONE restart (trigger-file collapsed the batch)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restartedMain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HTTP_PROXY configured — direct connections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[EUDPA-213-CANARY]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restartedMain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Started Application in 2.619 seconds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edited code served,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no `make docker-restart-backend`.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reverted the canary edit; working tree clean.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534924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"restartedMain" is DevTools' two-classloader restart signature — proof the reload actually fired, not just the JVM booting.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 · ticket deep dive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· FAN OUT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every target — not a spot-check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27080" cy="2377440"/>
          </a:xfrm>
          <a:prstGeom prst="roundRect">
            <a:avLst>
              <a:gd name="adj" fmla="val 230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9105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47675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47675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47675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37160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verify — stub (8087) and reference-data (8086)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1737360"/>
            <a:ext cx="10469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stub   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Restarting due to 29 class path changes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restartedMain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…served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[EUDPA-213-STUB]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Started in 1.97s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reference-data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Restarting due to 35 class path changes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restartedMain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…served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[EUDPA-213-REFDATA]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Started in 1.54s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both PASSED; both canary edits reverted.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when something else broke, it didn't shrug it off: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10927080" cy="1508760"/>
          </a:xfrm>
          <a:prstGeom prst="roundRect">
            <a:avLst>
              <a:gd name="adj" fmla="val 363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34340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56285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" y="444855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" y="444855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1207008" y="444855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1508760" y="434340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out-of-scope failure it refused to excuse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96112" y="4709160"/>
            <a:ext cx="10469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 container exited(1) — "Could not transfer artifact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…repo.maven.apache.org" while 4 Java builds compiled at once.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investigated, confirmed a transient Maven Central outage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(out-of-scope service), restarted it — recovered. Not this change.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 · ticket deep dive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· HAND-OFF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Green, committed, four PRs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27080" cy="3108960"/>
          </a:xfrm>
          <a:prstGeom prst="roundRect">
            <a:avLst>
              <a:gd name="adj" fmla="val 176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9105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47675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47675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47675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37160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prod-exclusion check + commits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1737360"/>
            <a:ext cx="10469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unzip -l target/*.jar | grep devtools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(empty)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devtools absent from every prod jar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 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d54d545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files  +71 −3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stub     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900c72e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files  +96 −1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reference-data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6733a3e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files  +96 −1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ee878de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files  +33 −17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PRs → backend #53 · stub #7 · reference-data #13 · workspace #17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10927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branch name (feature/EUDPA-213-java-hot-reload) across all four repos.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Deviations recorded under ## Implementation Notes in plan.md.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honestly: dev-run.sh committed mode 100644 (host chmod blocked by the sandbox) — fine in-container.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 · ticket deep dive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19456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3C6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2560320" y="20574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OF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1460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560320" y="34290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quality pass over the committed diff only — tidy what's there, find what's lurking.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60320" y="42976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  </a:t>
            </a:r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 EUDPA-213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· 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 the diff — not new behaviour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27080" cy="3017520"/>
          </a:xfrm>
          <a:prstGeom prst="roundRect">
            <a:avLst>
              <a:gd name="adj" fmla="val 181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3677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52247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52247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52247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41732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— refactor EUDPA-213 (over the committed diff)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1783080"/>
            <a:ext cx="10469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 EUDPA-213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Quality/tidy pass over the committed diff ONLY.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Examined all four repos: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docker/dev-run.sh — byte-identical across the 3 services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(same SHA 1bfb98ff…)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3 dev-run Dockerfile stages — differ only by port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application-local.yml devtools blocks — consistent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shellcheck docker/dev-run.sh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clean (exit 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refactor phase is scoped to the diff: it does not reach into the wider codebase, and it carries the same non-negotiables forward.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 · ticket deep dive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· THE LATENT BUG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shellcheck was clean — it found one anyway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27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find … | grep -q . change detector is a footgun under set -o pipefail: grep -q exits on first match, find takes SIGPIPE (141), pipefail propagates it as false — so a busy poll cycle can silently MISS edits.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0927080" cy="2697480"/>
          </a:xfrm>
          <a:prstGeom prst="roundRect">
            <a:avLst>
              <a:gd name="adj" fmla="val 203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4028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45973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34543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234543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1207008" y="234543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224028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docker/dev-run.sh — the fix (all three repos, identical)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96112" y="2606040"/>
            <a:ext cx="10469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watch_and_compile()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true; do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find src -type f \( -name '*.java' … \) \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-newer "$marker" 2&gt;/dev/null | grep -q .; then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[ -n "$(find src -type f \( -name '*.java' … \) \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-newer "$marker" 2&gt;/dev/null)" ]; then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touch "$marker"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507492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Pipe-free command substitution: no SIGPIPE, no pipefail interaction, and it drops the grep dependency. Same mtime-poll mechanism — the non-negotiable held.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 · ticket deep dive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· VERIFY &amp; COMMIT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Touching dev-run.sh mandated a fresh canary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27080" cy="274320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9105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47675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47675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47675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37160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docker-compose-dev → re-verified all three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1737360"/>
            <a:ext cx="10469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 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 changes →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[canary] served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3.16s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stub     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changes  →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[canary] served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2.74s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reference-data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changes  →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[canary] served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2.72s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all on restartedMain, no manual bounce. Edits reverted.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shellcheck clean; all three dev-run.sh still SHA-identical.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10927080" cy="1508760"/>
          </a:xfrm>
          <a:prstGeom prst="roundRect">
            <a:avLst>
              <a:gd name="adj" fmla="val 363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297680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517136"/>
            <a:ext cx="10927080" cy="91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440283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440283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7008" y="440283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29768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— one commit per repo, PRs updated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96112" y="4663440"/>
            <a:ext cx="10469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refactor(EUDPA-213): make dev-run.sh poll robust under pipefail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       d54d545..cda45c6   stub  900c72e..46290ba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reference-data 6733a3e..179c06a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(workspace #17 unchanged)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 · ticket deep dive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· RESTRAINT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deliberately left alone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as important as the fix — the things it looked at and chose not to churn: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927080" cy="84810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920240"/>
            <a:ext cx="82296" cy="84810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920240"/>
            <a:ext cx="4114800" cy="848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near-duplicate Dockerfile dev-run stages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0" y="1956816"/>
            <a:ext cx="612648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 only by port; mirror the existing build/dev/prod duplication and can't be DRY'd across separate repos. Acceptable.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932938"/>
            <a:ext cx="10927080" cy="84810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932938"/>
            <a:ext cx="82296" cy="84810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932938"/>
            <a:ext cx="4114800" cy="848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application-local.yml devtools blocks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2969514"/>
            <a:ext cx="612648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consistent; comments already explain the "why". No change.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45636"/>
            <a:ext cx="10927080" cy="84810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945636"/>
            <a:ext cx="82296" cy="84810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945636"/>
            <a:ext cx="4114800" cy="848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-o -q compile process-classes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3982212"/>
            <a:ext cx="612648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 is technically redundant but explicit and harmless — as the plan specified. Not worth the churn.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958334"/>
            <a:ext cx="10927080" cy="84810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4958334"/>
            <a:ext cx="82296" cy="84810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958334"/>
            <a:ext cx="4114800" cy="848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 docs (AGENTS.md, Makefile, CLAUDE.md)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4994910"/>
            <a:ext cx="612648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Accurate, no migration comments. Untouched.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 · ticket deep dive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NOTICE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throughline across all three phases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27080" cy="74249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742493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554480"/>
            <a:ext cx="338328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before code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80560" y="1591056"/>
            <a:ext cx="6858000" cy="669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caught a wrong assumption (DevTools watches target/classes) as a sentence — not a three-day bug.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443277"/>
            <a:ext cx="10927080" cy="74249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443277"/>
            <a:ext cx="82296" cy="742493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443277"/>
            <a:ext cx="338328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stay the decision-maker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80560" y="2479853"/>
            <a:ext cx="6858000" cy="669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of your questions reshaped the approach; each pivot is recorded with the evidence that settled 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332074"/>
            <a:ext cx="10927080" cy="74249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332074"/>
            <a:ext cx="82296" cy="742493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332074"/>
            <a:ext cx="338328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 first, verify every target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480560" y="3368650"/>
            <a:ext cx="6858000" cy="669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proven end-to-end before the fan-out — and stub + reference-data each verified live, not spot-checked.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220870"/>
            <a:ext cx="10927080" cy="74249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220870"/>
            <a:ext cx="82296" cy="742493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220870"/>
            <a:ext cx="338328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excuse failures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480560" y="4257446"/>
            <a:ext cx="6858000" cy="669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transient, out-of-scope gateway failure was investigated and explained, not waved away as "pre-existing".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109667"/>
            <a:ext cx="10927080" cy="74249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5109667"/>
            <a:ext cx="82296" cy="742493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109667"/>
            <a:ext cx="338328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over-engineer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480560" y="5146243"/>
            <a:ext cx="6858000" cy="669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refactor fixed one real latent bug and consciously left four tidy-looking-but-fine things alone.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 · ticket deep dive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memorise this run — read the real thing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0927080" cy="86868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011680"/>
            <a:ext cx="82296" cy="86868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01168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workareas/ticket-skill-demo/*.log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0116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transcripts this deck is built from — plan / implement / refactor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10927080" cy="86868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017520"/>
            <a:ext cx="82296" cy="86868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01752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.claude/skills/ticket/SKILL.md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30175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skill actually executes — straight from source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10927080" cy="86868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023360"/>
            <a:ext cx="82296" cy="86868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0233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/ implement / refactor EUDPA-X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40233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launch each phase on a ticket of your own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07492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snippets here are lifted from those logs — the SKILL.md and the transcripts stay the source of truth.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 · ticket deep dive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go yourself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27080" cy="22860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109728" cy="2286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4884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real ticket you know and run just the plan phase: </a:t>
            </a:r>
            <a:pPr indent="0" marL="0">
              <a:buNone/>
            </a:pPr>
            <a:r>
              <a:rPr lang="en-US" sz="17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EUDPA-XXXX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 code is written, so it's a safe first run. Open </a:t>
            </a:r>
            <a:pPr indent="0" marL="0">
              <a:buNone/>
            </a:pPr>
            <a:r>
              <a:rPr lang="en-US" sz="17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plan.md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look for the same shape you saw here: the numbered steps, the risks, and the [NEEDS VERIFICATION] markers where it wants you to decide.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first: workareas/ticket-skill-demo/plan.log — then run your own and compare.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Session 2 — the ticket skill (02-ticket.md).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 · ticket deep dive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 deep dive — the ticket skill on EUDPA-213</dc:title>
  <dc:subject>PptxGenJS Presentation</dc:subject>
  <dc:creator>PptxGenJS</dc:creator>
  <cp:lastModifiedBy>PptxGenJS</cp:lastModifiedBy>
  <cp:revision>1</cp:revision>
  <dcterms:created xsi:type="dcterms:W3CDTF">2026-06-29T08:17:57Z</dcterms:created>
  <dcterms:modified xsi:type="dcterms:W3CDTF">2026-06-29T08:17:57Z</dcterms:modified>
</cp:coreProperties>
</file>