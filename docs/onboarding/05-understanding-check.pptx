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understanding-check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the author of an AI-assisted PR to check they understand the change before it merges.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understand what you shipped?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lets you ship code faster than you can build a mental model of it. That's fine until someone asks how it works in a month, or a subtle bug lands in a part you never really read. The risk isn't the code — it's the gap between what you merged and what you understand.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finds the parts of a diff most likely to be under-understood, asks you evidence-anchored questions about them, and scores your answers against a rubric. It's a coaching signal to close that gap — advisory, never a merge gate.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the gap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the riskiest-to-understand parts of your own diff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Evidence-anchored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tied to specific lines; every score quotes the rubric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gating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advisory verdict — a human still owns the merge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/ check understanding EUDPA-X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launch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.claude/skills/understanding-check/SKILL.md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workflow, verdict rules,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questions before the interview starts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"interview EUDPA-1234" · "check understanding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ticket; it pulls the PRs and analyses each repo's diff against the ticket to find the areas most worth probing.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drafts 8-12 questions, each anchored to specific file lines, and shows them for you to approve or edit — the plan gate.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 Q&amp;A: one question at a time, showing where in the code it is about but never the answer.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grades each answer pass / partial / fail, quoting the exact rubric clause that decided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comment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rolls the scores into pass / needs-review / high-risk and writes a report with a paste-ready PR comment.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set, a transcript, per-question scores, a verdict, and a report.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needs-review / high-risk — read this line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per-question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areas were weak, with the rubric clause that fired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paste-ready PR comment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section of the report — drop it straight onto the PR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understanding-check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about to merge an AI-assisted PR and want a gut-check on your grasp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the questions, answer honestly, and decide what to do with the verdict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self-check before or alongside review — for understanding, not correctness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PR you wrote recently with AI help and run "interview EUDPA-XXXX". Approve the question set, answer honestly without peeking at the diff, and see whether the verdict matches how well you thought you understood the change.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6 — the npm-upgrade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understanding-check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