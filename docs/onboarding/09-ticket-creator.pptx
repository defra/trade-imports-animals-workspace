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ticket-creator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well-formed EUDPA Jira ticket from a plain-English conversation — drafted for you to approve before anything lands in Jira.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ticket, without the blank page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that's ready to pick up needs a clear summary, the reason it's needed, testable acceptance criteria, the right type and priority, a parent epic, and the team's labels and house style. Getting all of that right from a blank Jira form is fiddly and easy to do unevenly — especially if Jira isn't where you spend your day.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turns a short back-and-forth in plain English into a drafted ticket that already follows the team's conventions. It asks one question at a time, writes the draft to a file you can read and refine, and only creates the ticket in Jira once you say so. You stay the author; it removes the formatting and the remembering.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interview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one question at a time — no Jira form to wrestle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 baked 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priority, epic, labels and AC style applied for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lands until you approve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to a file first; creating in Jira is the last step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ticket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start — just say it in plain English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.claude/skills/ticket-creator/SKILL.md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straight from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workareas/ticket-creation/&lt;slug&gt;/draft.md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draft lives while you refine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ticket" · "raise a ticket" · "file a bug" · "log a story"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"create a ticket" — it pulls the current EUDPA epics and capability codes so it can slot your work into the right place.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 few questions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 a time: is this a bug, story or task? a one-line summary, why it's needed, the acceptance criteria, and which epic it belongs to.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draft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the full ticket to a draft file and shows you — summary, a description in the team's house style, AC, type, priority and labels.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in plain English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what to change — "make the AC testable", "drop the priority" — and it edits the draft in place. Nothing is in Jira yet.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"create it" and it raises the ticket in Jira, then hands you back the key and the link.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you can iterate on, then a real Jira ticket.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ticket as text — you review and refine this before it's created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conventions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priority, epic, labels and AC style, applied to the draft for you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EUDPA-XXXXX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created Jira ticket and its link, once you say "create it"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ticket-creator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raise a new ticket and want it refinement-ready from the 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answer the questions and approve the draft — it never creates without your go-ahead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new ticket to ticket-refiner (Session 10) to check it's ready for the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small piece of work you'd raise anyway. Say "create a ticket", answer the questions, and read the draft it writes — then stop there. Nothing reaches Jira until you say "create it", so it's a safe first run.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10 — the ticket-refiner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— ticket-creator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