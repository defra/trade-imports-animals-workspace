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1874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7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govuk-upgrade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60120" y="411480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govuk-frontend across the Node repos one semver version at a time, each step driven by its CHANGELOG.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IT'S FOR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version at a time, CHANGELOG-driven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govuk-frontend moves fast, and skipping several versions at once hides the breaking changes inside it — a renamed Nunjucks macro here, a dropped utility class there, altered component markup somewhere else — scattered across every Node repo that uses it. Big-bang upgrades turn into a day of whack-a-mole.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govuk-upgrade walks the versions one at a time. For each release it reads the CHANGELOG, plans the exact per-repo edits, and applies them in order — so every step is small, reviewable, and tied back to the change that caused it.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skipped breakage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intermediate version handled, not just the target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38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738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46024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CHANGELOG-driven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024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edit traces back to the release note that caused it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76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76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7" name="Text 15"/>
          <p:cNvSpPr/>
          <p:nvPr/>
        </p:nvSpPr>
        <p:spPr>
          <a:xfrm>
            <a:off x="83362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Bisectable history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362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commit per version — easy to review and to revert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memorise — read the current truth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4884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48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upgrade govuk-frontend · walk govuk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21488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plan, review, then apply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20040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2004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.claude/skills/govuk-upgrade/SKILL.md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surface and triggers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25196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519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govuk status EUDPA-X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42519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state on a real run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SKILL.md is what the agent actually executes — it can't drift from reality.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RUN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govuk-upgrade end to end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it:  </a:t>
            </a:r>
            <a:pPr indent="0" marL="0">
              <a:buNone/>
            </a:pPr>
            <a:r>
              <a:rPr lang="en-US" sz="1250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"upgrade govuk-frontend" · "walk govuk EUDPA-1234" · "implement govuk EUDPA-1234"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2317090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31709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08760" y="2221992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343400" y="2221992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"upgrade govuk-frontend EUDPA-1234" finds every repo using it, branches them, and lays out the ladder of versions between current and target.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15691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" y="3183941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18394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3088843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per version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343400" y="3088843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release it reads the CHANGELOG and writes a plan — which files change in each repo and why, or marks the version a no-op.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82542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4050792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3955694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the plans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343400" y="3955694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optionally, "walk govuk EUDPA-1234" shows every pending plan in one table to Apply, Skip, Discuss or Quarantine.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749394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" y="4917643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491764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08760" y="4822546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in order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343400" y="4822546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"implement govuk EUDPA-1234" works strictly version by version — bump, install, test, commit — never jumping ahead.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5616245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896112" y="5784494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28" name="Text 26"/>
          <p:cNvSpPr/>
          <p:nvPr/>
        </p:nvSpPr>
        <p:spPr>
          <a:xfrm>
            <a:off x="896112" y="57844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508760" y="5689397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343400" y="5689397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end-to-end tests run once at the end, then it writes a final report.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OUTPUT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produces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Per-run plans and a clean, bisectable history.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1289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48840"/>
            <a:ext cx="82296" cy="12893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94560"/>
            <a:ext cx="4206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versions.&lt;repo&gt;.json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0" y="2194560"/>
            <a:ext cx="6035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version ladder and planned changes per repo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584448"/>
            <a:ext cx="10927080" cy="1289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584448"/>
            <a:ext cx="82296" cy="12893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630168"/>
            <a:ext cx="4206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per-version plans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3630168"/>
            <a:ext cx="6035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rendered markdown — file-by-file changes and rationale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020056"/>
            <a:ext cx="10927080" cy="1289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5020056"/>
            <a:ext cx="82296" cy="12893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065776"/>
            <a:ext cx="4206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commit per version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5065776"/>
            <a:ext cx="6035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upgrade reads as a clean, bisectable branch history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USE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govuk-upgrade in your workflow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65960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11680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for it when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51960" y="2011680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govuk-frontend is several versions behind and you want a safe upgrade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89376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389376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435096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decide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51960" y="3435096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review the per-version plans before applying, and can skip or quarantine any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812792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4812792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858512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fits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51960" y="4858512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govuk-only counterpart to npm-upgrade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go yourself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927080" cy="219456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11680"/>
            <a:ext cx="109728" cy="219456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860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throwaway branch, run "upgrade govuk-frontend" and let it finish discovery and planning only. Read one rendered version plan to see the CHANGELOG-derived, per-repo changes before applying anything.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Session 8 — the skill-creator skill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7 — govuk-upgrade</dc:title>
  <dc:subject>PptxGenJS Presentation</dc:subject>
  <dc:creator>PptxGenJS</dc:creator>
  <cp:lastModifiedBy>PptxGenJS</cp:lastModifiedBy>
  <cp:revision>1</cp:revision>
  <dcterms:created xsi:type="dcterms:W3CDTF">2026-06-29T08:17:57Z</dcterms:created>
  <dcterms:modified xsi:type="dcterms:W3CDTF">2026-06-29T08:17:57Z</dcterms:modified>
</cp:coreProperties>
</file>