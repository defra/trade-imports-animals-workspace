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code-style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a PR's JavaScript against the team's 17-rule style guide, then triage and apply the fixes.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set, applied consistently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linters miss the things this team actually cares about: project-specific conventions, and JSDoc that has quietly drifted out of sync with the code. Catching those by eye across a multi-repo PR is dull, slow work — and the kind that gets skipped under pressure.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reviews every .js file in a ticket's PRs against one agreed 17-rule guide, lets you triage the findings, then applies the ones you accept — editing, testing and committing each file for you, and backing out anything that breaks a test.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agreed standard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17-rule guide applied to every file, every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JSDoc drift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doc-vs-code mismatches a plain linter won't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Fixes, not just flags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fixes applied, tested and committed for you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review · walk · fix style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triage, then apply fixes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.claude/skills/code-style/SKILL.md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modes and 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workareas/code-style-reviews/EUDPA-X/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per-repo summaries and rule bundle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 review EUDPA-1234" · "walk style EUDPA-1234" · "fix style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42544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254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"style review EUDPA-1234" pulls the PRs, finds every .js file, and reviews each one in parallel against the baked rule bundle.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2404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50901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090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05556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305556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gates on 100% coverage, then rolls findings up per repo with a verdict: COMPLIANT, MINOR ISSUES or NEEDS 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59257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9257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4389120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style EUDPA-1234" steps through the findings so you mark each one Fix, Won't-fix or Discuss.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99532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67613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6761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472684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5472684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style EUDPA-1234" applies the agreed fixes a file at a time — edit, test, commit — reverting anything that breaks rather than forcing it through.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Per-repo under workareas/code-style-reviews/EUDPA-X/.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style-review.&lt;repo&gt;.md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verdict, file-by-file summary, and the Items 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25546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25546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71266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271266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the rule, severity (FAIL / WARN), the issue, and the suggested fix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02252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302252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7972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style-rules.&lt;repo&gt;.md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347972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baked rule bundle it checks against (the 17 rules + JSDoc)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78958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378958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24678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5424678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fixes land as real commits; broken tests are reverted, not forced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JS-touching PR is up and you want it clean before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triage every finding; nothing changes until you say Fix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alongside review — review for the logic, code-style for the JS guide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ticket with a JS-touching PR, run "style review EUDPA-XXXX", then "walk style EUDPA-XXXX" to triage. Read style-review.&lt;repo&gt;.md for the verdict and the Items table.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5 — the understanding-check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code-style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