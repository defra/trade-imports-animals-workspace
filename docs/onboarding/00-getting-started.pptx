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325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1783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ticketing track — for BAs and engineers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24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60120" y="402336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code required. Open a terminal, run claude, and describe what you need in plain English.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to an assistant that knows this team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will not write code. You talk to an assistant that already knows this team's repositories, our Jira project and our conventions — and does the legwork for you.</a:t>
            </a:r>
            <a:endParaRPr lang="en-US" sz="15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short track covers two everyday jobs: creating a well-formed ticket (Session 9) and checking a ticket is ready for refinement (Session 10). Everything you tell it, you say in plain English, the way you'd brief a colleague.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4480560"/>
            <a:ext cx="3459480" cy="1645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4480560"/>
            <a:ext cx="3459480" cy="8229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736592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English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5303520"/>
            <a:ext cx="300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work; no Jira forms, no commands to memorise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73880" y="4480560"/>
            <a:ext cx="3459480" cy="1645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373880" y="4480560"/>
            <a:ext cx="3459480" cy="8229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3" name="Text 11"/>
          <p:cNvSpPr/>
          <p:nvPr/>
        </p:nvSpPr>
        <p:spPr>
          <a:xfrm>
            <a:off x="4602480" y="4736592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 the legwork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02480" y="5303520"/>
            <a:ext cx="300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Jira, the repos and the team's conventions for you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07680" y="4480560"/>
            <a:ext cx="3459480" cy="1645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8107680" y="4480560"/>
            <a:ext cx="3459480" cy="8229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7" name="Text 15"/>
          <p:cNvSpPr/>
          <p:nvPr/>
        </p:nvSpPr>
        <p:spPr>
          <a:xfrm>
            <a:off x="8336280" y="4736592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stay in charge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36280" y="5303520"/>
            <a:ext cx="300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drafts and advises; nothing changes until you approve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 SETUP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one-time setup — pair with an engineer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 this once, on a screenshare. An engineer sits with you and sorts the plumbing — after that you just open a terminal and go.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10927080" cy="12131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377440"/>
            <a:ext cx="82296" cy="1213104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423160"/>
            <a:ext cx="2377440" cy="1121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&amp; keys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11880" y="2423160"/>
            <a:ext cx="7635240" cy="1121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engineer sets up your Jira and GitHub credentials and the environment variables the tools read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736848"/>
            <a:ext cx="10927080" cy="12131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736848"/>
            <a:ext cx="82296" cy="1213104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782568"/>
            <a:ext cx="2377440" cy="1121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workspace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11880" y="3782568"/>
            <a:ext cx="7635240" cy="1121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confirm where the workspace lives on your machine — the folder you'll open the assistant in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5096256"/>
            <a:ext cx="10927080" cy="12131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5096256"/>
            <a:ext cx="82296" cy="1213104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5141976"/>
            <a:ext cx="2377440" cy="1121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11880" y="5141976"/>
            <a:ext cx="7635240" cy="1121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install the claude command and check it runs, so step one below just works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TIME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steps to a prompt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setup is done, this is the whole routine, every time: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10927080" cy="11704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2560320"/>
            <a:ext cx="438912" cy="438912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560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2267712"/>
            <a:ext cx="3291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 terminal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983480" y="2267712"/>
            <a:ext cx="6400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Terminal app — your engineer will show you which one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529584"/>
            <a:ext cx="10927080" cy="11704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896112" y="3895344"/>
            <a:ext cx="438912" cy="438912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38953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3602736"/>
            <a:ext cx="3291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the workspace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983480" y="3602736"/>
            <a:ext cx="6400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~/git/defra/trade-imports-animals-workspace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864608"/>
            <a:ext cx="10927080" cy="11704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5230368"/>
            <a:ext cx="438912" cy="438912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5230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4937760"/>
            <a:ext cx="3291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the assistant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4983480" y="4937760"/>
            <a:ext cx="6400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17220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press Enter and wait for the prompt. The cd line never changes — your engineer can save it as a shortcut.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PROMPT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to it like a colleague — with much more power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prompt, just say what you want. It can read Jira, the repositories and the conventions, so a one-line ask does a lot of work.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10927080" cy="100584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377440"/>
            <a:ext cx="82296" cy="100584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37744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"create a ticket"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257800" y="237744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Session 9 — it interviews you, drafts the ticket, and waits for your OK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10927080" cy="100584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520440"/>
            <a:ext cx="82296" cy="100584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52044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"is EUDPA-1234 ready?"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57800" y="352044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Session 10 — it reviews the ticket and gives you a verdict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663440"/>
            <a:ext cx="10927080" cy="100584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4663440"/>
            <a:ext cx="82296" cy="100584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66344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"what can you do?"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57800" y="466344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unsure where to start? ask — it'll tell you, in plain English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TO KNOW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ground rules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27080" cy="10104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28800"/>
            <a:ext cx="82296" cy="1010412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874520"/>
            <a:ext cx="2743200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drafts, you approve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977640" y="1874520"/>
            <a:ext cx="7269480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new ticket it writes a draft first; nothing reaches Jira until you say "create it"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985516"/>
            <a:ext cx="10927080" cy="10104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985516"/>
            <a:ext cx="82296" cy="1010412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031236"/>
            <a:ext cx="2743200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English is fine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77640" y="3031236"/>
            <a:ext cx="7269480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special syntax — "make the acceptance criteria testable" is a perfectly good instruction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142232"/>
            <a:ext cx="10927080" cy="10104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4142232"/>
            <a:ext cx="82296" cy="1010412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187952"/>
            <a:ext cx="2743200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stop any time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977640" y="4187952"/>
            <a:ext cx="7269480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it to wait, change tack, or explain itself; you're never locked in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298948"/>
            <a:ext cx="10927080" cy="10104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5298948"/>
            <a:ext cx="82296" cy="1010412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5344668"/>
            <a:ext cx="2743200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in doubt, ask it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977640" y="5344668"/>
            <a:ext cx="7269480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"is this right?", "what would you change?" — treat it as a knowledgeable colleague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a go yourself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927080" cy="219456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011680"/>
            <a:ext cx="109728" cy="219456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2860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an engineer to pair with you for the one-time setup, then open a terminal, cd to the workspace, and run claude. At the prompt, type "what can you do?" and read what comes back. That's it — you're driving the assistant.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6217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Session 9 — create a ticket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Getting started — ticketing track</dc:title>
  <dc:subject>PptxGenJS Presentation</dc:subject>
  <dc:creator>PptxGenJS</dc:creator>
  <cp:lastModifiedBy>PptxGenJS</cp:lastModifiedBy>
  <cp:revision>1</cp:revision>
  <dcterms:created xsi:type="dcterms:W3CDTF">2026-06-29T08:17:57Z</dcterms:created>
  <dcterms:modified xsi:type="dcterms:W3CDTF">2026-06-29T08:17:57Z</dcterms:modified>
</cp:coreProperties>
</file>